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5"/>
    <p:sldId id="260" r:id="rId6"/>
    <p:sldId id="261" r:id="rId7"/>
    <p:sldId id="262" r:id="rId8"/>
    <p:sldId id="267" r:id="rId18"/>
    <p:sldId id="268" r:id="rId1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jpeg"/><Relationship Id="rId4" Type="http://schemas.openxmlformats.org/officeDocument/2006/relationships/image" Target="../media/img_app1.jpeg"/><Relationship Id="rId5" Type="http://schemas.openxmlformats.org/officeDocument/2006/relationships/image" Target="../media/img_app2.jpeg"/><Relationship Id="rId6" Type="http://schemas.openxmlformats.org/officeDocument/2006/relationships/image" Target="../media/img_app3.jpeg"/><Relationship Id="rId7" Type="http://schemas.openxmlformats.org/officeDocument/2006/relationships/image" Target="../media/img_app4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app_img_inactive.jpeg"/><Relationship Id="rId2" Type="http://schemas.openxmlformats.org/officeDocument/2006/relationships/image" Target="../media/app_img_active.jpeg"/><Relationship Id="rId3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app_img_active.jpeg"/><Relationship Id="rId2" Type="http://schemas.openxmlformats.org/officeDocument/2006/relationships/image" Target="../media/app_img_inactive.jpe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029200" cy="5029200"/>
          </a:xfrm>
          <a:prstGeom prst="ellipse">
            <a:avLst/>
          </a:prstGeom>
          <a:solidFill>
            <a:srgbClr val="4A1D96">
              <a:alpha val="45000"/>
            </a:srgbClr>
          </a:solidFill>
          <a:ln w="12700">
            <a:solidFill>
              <a:srgbClr val="4A1D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926080"/>
            <a:ext cx="3840480" cy="384048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57200"/>
            <a:ext cx="1005840" cy="1188720"/>
          </a:xfrm>
          <a:prstGeom prst="roundRect">
            <a:avLst>
              <a:gd name="adj" fmla="val 16364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502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🛡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Women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App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 Project  |  Group G-4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2514600"/>
            <a:ext cx="402336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2651760"/>
            <a:ext cx="4572000" cy="640080"/>
          </a:xfrm>
          <a:prstGeom prst="roundRect">
            <a:avLst>
              <a:gd name="adj" fmla="val 14286"/>
            </a:avLst>
          </a:prstGeom>
          <a:solidFill>
            <a:srgbClr val="7C3AED">
              <a:alpha val="6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2651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Under the Guidance of: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 Archana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" y="37947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7492" y="379476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Peddiboina Keerthi Mytreya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245623733170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68980" y="37947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14700" y="379476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Kotte Manvitha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245623733156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76188" y="3794760"/>
            <a:ext cx="2606040" cy="960120"/>
          </a:xfrm>
          <a:prstGeom prst="roundRect">
            <a:avLst>
              <a:gd name="adj" fmla="val 9524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1908" y="3794760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Ragam Sindhu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245623733175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Women Safety App — Project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438912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4074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Keywords: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Application  •  Voice-Based Emergency Activation  •  SOS Alert System  •  GPS Location Tracking  •  Emergency Contact Notification  •  Automated Calling System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8595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07008"/>
            <a:ext cx="8229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Women’s safety remains a major concern, especially during emergency situations where immediate communication and assistance are required. Traditional safety applications often depend on manual interaction, which may not be possible when a victim is under stress or unable to access their phone. To address this challenge, the proposed </a:t>
            </a:r>
            <a:r>
              <a:rPr lang="en-US" sz="125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Women Safety App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provides a fast, reliable, and hands-free emergency response system.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application includes a secure login system and a user-friendly dashboard featuring a dedicated </a:t>
            </a:r>
            <a:r>
              <a:rPr lang="en-US" sz="12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Emergency Button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for instant assistance. Users can register up to three emergency contacts and set a custom secret safe-word for emergency activation. The application is designed to operate continuously in the background, even when the device screen is locked.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system continuously monitors for predefined danger words such as “help” or the user’s secret safe-word. Once the keyword is detected, the application immediately retrieves the user’s </a:t>
            </a:r>
            <a:r>
              <a:rPr lang="en-US" sz="125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location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and sends an </a:t>
            </a:r>
            <a:r>
              <a:rPr lang="en-US" sz="12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SMS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containing a Google Maps location link to all registered emergency contacts. The application automatically initiates a phone call to the primary emergency contact after a short delay of two seconds.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proposed system enables women to request help </a:t>
            </a:r>
            <a:r>
              <a:rPr lang="en-US" sz="1250" b="1" dirty="0">
                <a:solidFill>
                  <a:srgbClr val="4A1D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physically interacting with their mobile device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making it particularly useful during kidnapping attempts, harassment, accidents, or other dangerous situations.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Hardware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Software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56616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Windows 10/11 or Linux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Python / Java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Android Studio / VS Code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OpenCV, TensorFlow, MediaPipe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Firebase / SQLite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APIs: Google Maps, SMS, WhatsApp API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37760" y="114300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254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188720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1887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Hardware Requirements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874520"/>
            <a:ext cx="356616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 Intel i3 or higher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Minimum 4 GB (8 GB recommended)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At least 500 MB free space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 Android Smartphone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Camera: Required for gesture detection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Module: Inbuilt mobile GPS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Internet: For sending alerts &amp; APIs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1D96"/>
          </a:solidFill>
        </p:spPr>
      </p:sp>
      <p:sp>
        <p:nvSpPr>
          <p:cNvPr id="3" name="Title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</a:rPr>
              <a:t>Methodology — System Flow</a:t>
            </a:r>
          </a:p>
        </p:txBody>
      </p:sp>
      <p:sp>
        <p:nvSpPr>
          <p:cNvPr id="10" name="Start"/>
          <p:cNvSpPr/>
          <p:nvPr/>
        </p:nvSpPr>
        <p:spPr>
          <a:xfrm>
            <a:off x="3657600" y="914400"/>
            <a:ext cx="1828800" cy="365760"/>
          </a:xfrm>
          <a:prstGeom prst="ellipse">
            <a:avLst/>
          </a:prstGeom>
          <a:solidFill>
            <a:srgbClr val="EC4899"/>
          </a:solidFill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START</a:t>
            </a:r>
          </a:p>
        </p:txBody>
      </p:sp>
      <p:sp>
        <p:nvSpPr>
          <p:cNvPr id="11" name="Arr1"/>
          <p:cNvSpPr/>
          <p:nvPr/>
        </p:nvSpPr>
        <p:spPr>
          <a:xfrm>
            <a:off x="4480560" y="1280160"/>
            <a:ext cx="182880" cy="274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C3AED"/>
          </a:solidFill>
        </p:spPr>
      </p:sp>
      <p:sp>
        <p:nvSpPr>
          <p:cNvPr id="20" name="Box1"/>
          <p:cNvSpPr/>
          <p:nvPr/>
        </p:nvSpPr>
        <p:spPr>
          <a:xfrm>
            <a:off x="2743200" y="1554480"/>
            <a:ext cx="3657600" cy="411480"/>
          </a:xfrm>
          <a:prstGeom prst="roundRect">
            <a:avLst>
              <a:gd name="adj" fmla="val 10000"/>
            </a:avLst>
          </a:prstGeom>
          <a:solidFill>
            <a:srgbClr val="7C3AED">
              <a:alpha val="70000"/>
            </a:srgbClr>
          </a:solidFill>
          <a:ln w="19050">
            <a:solidFill>
              <a:srgbClr val="EC489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</a:rPr>
              <a:t>1. Secure Login</a:t>
            </a:r>
            <a:r>
              <a:rPr lang="en-US" sz="950" dirty="0">
                <a:solidFill>
                  <a:srgbClr val="F9A8D4"/>
                </a:solidFill>
                <a:latin typeface="Calibri" pitchFamily="34" charset="0"/>
              </a:rPr>
              <a:t xml:space="preserve">  — User authenticates via SharedPreferences</a:t>
            </a:r>
          </a:p>
        </p:txBody>
      </p:sp>
      <p:sp>
        <p:nvSpPr>
          <p:cNvPr id="21" name="Arr2"/>
          <p:cNvSpPr/>
          <p:nvPr/>
        </p:nvSpPr>
        <p:spPr>
          <a:xfrm>
            <a:off x="4480560" y="1965960"/>
            <a:ext cx="182880" cy="274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C3AED"/>
          </a:solidFill>
        </p:spPr>
      </p:sp>
      <p:sp>
        <p:nvSpPr>
          <p:cNvPr id="22" name="Box2"/>
          <p:cNvSpPr/>
          <p:nvPr/>
        </p:nvSpPr>
        <p:spPr>
          <a:xfrm>
            <a:off x="2743200" y="2240280"/>
            <a:ext cx="3657600" cy="411480"/>
          </a:xfrm>
          <a:prstGeom prst="roundRect">
            <a:avLst>
              <a:gd name="adj" fmla="val 10000"/>
            </a:avLst>
          </a:prstGeom>
          <a:solidFill>
            <a:srgbClr val="7C3AED">
              <a:alpha val="70000"/>
            </a:srgbClr>
          </a:solidFill>
          <a:ln w="19050">
            <a:solidFill>
              <a:srgbClr val="EC489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</a:rPr>
              <a:t>2. Contact Setup</a:t>
            </a:r>
            <a:r>
              <a:rPr lang="en-US" sz="950" dirty="0">
                <a:solidFill>
                  <a:srgbClr val="F9A8D4"/>
                </a:solidFill>
                <a:latin typeface="Calibri" pitchFamily="34" charset="0"/>
              </a:rPr>
              <a:t xml:space="preserve">  — Save 3 contacts &amp; set custom secret safe-word</a:t>
            </a:r>
          </a:p>
        </p:txBody>
      </p:sp>
      <p:sp>
        <p:nvSpPr>
          <p:cNvPr id="23" name="Arr3"/>
          <p:cNvSpPr/>
          <p:nvPr/>
        </p:nvSpPr>
        <p:spPr>
          <a:xfrm>
            <a:off x="4480560" y="2651760"/>
            <a:ext cx="182880" cy="274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C3AED"/>
          </a:solidFill>
        </p:spPr>
      </p:sp>
      <p:sp>
        <p:nvSpPr>
          <p:cNvPr id="24" name="Box3"/>
          <p:cNvSpPr/>
          <p:nvPr/>
        </p:nvSpPr>
        <p:spPr>
          <a:xfrm>
            <a:off x="2743200" y="2926080"/>
            <a:ext cx="3657600" cy="411480"/>
          </a:xfrm>
          <a:prstGeom prst="roundRect">
            <a:avLst>
              <a:gd name="adj" fmla="val 10000"/>
            </a:avLst>
          </a:prstGeom>
          <a:solidFill>
            <a:srgbClr val="7C3AED">
              <a:alpha val="70000"/>
            </a:srgbClr>
          </a:solidFill>
          <a:ln w="19050">
            <a:solidFill>
              <a:srgbClr val="EC489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</a:rPr>
              <a:t>3. Background Listening</a:t>
            </a:r>
            <a:r>
              <a:rPr lang="en-US" sz="950" dirty="0">
                <a:solidFill>
                  <a:srgbClr val="F9A8D4"/>
                </a:solidFill>
                <a:latin typeface="Calibri" pitchFamily="34" charset="0"/>
              </a:rPr>
              <a:t xml:space="preserve">  — App silently listens for danger keyword</a:t>
            </a:r>
          </a:p>
        </p:txBody>
      </p:sp>
      <p:sp>
        <p:nvSpPr>
          <p:cNvPr id="25" name="Arr4"/>
          <p:cNvSpPr/>
          <p:nvPr/>
        </p:nvSpPr>
        <p:spPr>
          <a:xfrm>
            <a:off x="4480560" y="3337560"/>
            <a:ext cx="182880" cy="274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C3AED"/>
          </a:solidFill>
        </p:spPr>
      </p:sp>
      <p:sp>
        <p:nvSpPr>
          <p:cNvPr id="26" name="Diamond1"/>
          <p:cNvSpPr/>
          <p:nvPr/>
        </p:nvSpPr>
        <p:spPr>
          <a:xfrm>
            <a:off x="3200400" y="3611880"/>
            <a:ext cx="1828800" cy="457200"/>
          </a:xfrm>
          <a:prstGeom prst="diamond">
            <a:avLst/>
          </a:prstGeom>
          <a:solidFill>
            <a:srgbClr val="4A1D96"/>
          </a:solidFill>
          <a:ln w="19050">
            <a:solidFill>
              <a:srgbClr val="F9A8D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Keyword / SOS Triggered?</a:t>
            </a:r>
          </a:p>
        </p:txBody>
      </p:sp>
      <p:sp>
        <p:nvSpPr>
          <p:cNvPr id="27" name="NoLabel"/>
          <p:cNvSpPr/>
          <p:nvPr/>
        </p:nvSpPr>
        <p:spPr>
          <a:xfrm>
            <a:off x="5120280" y="3703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9A8D4"/>
                </a:solidFill>
                <a:latin typeface="Calibri" pitchFamily="34" charset="0"/>
              </a:rPr>
              <a:t>NO ↺ Keep Listening</a:t>
            </a:r>
          </a:p>
        </p:txBody>
      </p:sp>
      <p:sp>
        <p:nvSpPr>
          <p:cNvPr id="28" name="Arr5"/>
          <p:cNvSpPr/>
          <p:nvPr/>
        </p:nvSpPr>
        <p:spPr>
          <a:xfrm>
            <a:off x="4480560" y="4069080"/>
            <a:ext cx="182880" cy="274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C3AED"/>
          </a:solidFill>
        </p:spPr>
      </p:sp>
      <p:sp>
        <p:nvSpPr>
          <p:cNvPr id="29" name="YesLabel"/>
          <p:cNvSpPr/>
          <p:nvPr/>
        </p:nvSpPr>
        <p:spPr>
          <a:xfrm>
            <a:off x="3657600" y="40690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Calibri" pitchFamily="34" charset="0"/>
              </a:rPr>
              <a:t>YES</a:t>
            </a:r>
          </a:p>
        </p:txBody>
      </p:sp>
      <p:sp>
        <p:nvSpPr>
          <p:cNvPr id="30" name="Box4"/>
          <p:cNvSpPr/>
          <p:nvPr/>
        </p:nvSpPr>
        <p:spPr>
          <a:xfrm>
            <a:off x="2743200" y="4343400"/>
            <a:ext cx="3657600" cy="411480"/>
          </a:xfrm>
          <a:prstGeom prst="roundRect">
            <a:avLst>
              <a:gd name="adj" fmla="val 10000"/>
            </a:avLst>
          </a:prstGeom>
          <a:solidFill>
            <a:srgbClr val="7C3AED">
              <a:alpha val="70000"/>
            </a:srgbClr>
          </a:solidFill>
          <a:ln w="19050">
            <a:solidFill>
              <a:srgbClr val="EC489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</a:rPr>
              <a:t>4. GPS Capture + SMS Alert + Auto Call</a:t>
            </a:r>
            <a:r>
              <a:rPr lang="en-US" sz="950" dirty="0">
                <a:solidFill>
                  <a:srgbClr val="F9A8D4"/>
                </a:solidFill>
                <a:latin typeface="Calibri" pitchFamily="34" charset="0"/>
              </a:rPr>
              <a:t xml:space="preserve">  — Google Maps SMS to 3 contacts; auto-call after 2s</a:t>
            </a:r>
          </a:p>
        </p:txBody>
      </p:sp>
      <p:sp>
        <p:nvSpPr>
          <p:cNvPr id="31" name="Arr6"/>
          <p:cNvSpPr/>
          <p:nvPr/>
        </p:nvSpPr>
        <p:spPr>
          <a:xfrm>
            <a:off x="4480560" y="4754880"/>
            <a:ext cx="182880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C3AED"/>
          </a:solidFill>
        </p:spPr>
      </p:sp>
      <p:sp>
        <p:nvSpPr>
          <p:cNvPr id="32" name="End"/>
          <p:cNvSpPr/>
          <p:nvPr/>
        </p:nvSpPr>
        <p:spPr>
          <a:xfrm>
            <a:off x="3657600" y="4937760"/>
            <a:ext cx="1828800" cy="274320"/>
          </a:xfrm>
          <a:prstGeom prst="ellipse">
            <a:avLst/>
          </a:prstGeom>
          <a:solidFill>
            <a:srgbClr val="EC4899"/>
          </a:solidFill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ALERT 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&amp; Research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115568"/>
            <a:ext cx="8778240" cy="658368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1556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/ Year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91640" y="111556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of Paper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11880" y="111556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23560" y="1115568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78040" y="1115568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2880" y="1773936"/>
            <a:ext cx="8778240" cy="64008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819656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Bengare et al. (2025)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91640" y="1819656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Android-Based Women Safety App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1819656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 &amp; multi-channel alert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23560" y="1819656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Android Studio, SQLite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78040" y="1819656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2-3s alert; 5-10m GPS accuracy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2414016"/>
            <a:ext cx="8778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459736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Bhowmik et al. (2025)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91640" y="2459736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Security App – Smart Response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11880" y="2459736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+ auto SMS/call triggers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23560" y="2459736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Studio, XML, Java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78040" y="2459736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reliability dual-channel messaging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3054096"/>
            <a:ext cx="8778240" cy="64008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099816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Shokeen &amp; Mittal (2025)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91640" y="3099816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Gesture Recognition for Emergency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11880" y="3099816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hand tracking + SVM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23560" y="3099816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Studio, Python/Android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78040" y="3099816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95.19% gesture classification accuracy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2880" y="3694176"/>
            <a:ext cx="8778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739896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(2025)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91640" y="3739896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IoT-based Public Safety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11880" y="3739896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sensor + edge computing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23560" y="3739896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Platforms, Edge Computing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78040" y="3739896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real-time 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0"/>
            <a:ext cx="2697480" cy="1719072"/>
          </a:xfrm>
          <a:prstGeom prst="roundRect">
            <a:avLst>
              <a:gd name="adj" fmla="val 7979"/>
            </a:avLst>
          </a:prstGeom>
          <a:solidFill>
            <a:srgbClr val="7C3AED">
              <a:alpha val="50000"/>
            </a:srgbClr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29844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🔴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7472" y="17373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Button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4672" y="2066544"/>
            <a:ext cx="16002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1031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big red emergency button. Instantly triggers GPS + SMS + auto-call. Works every time, OS-proof.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82112" y="1188720"/>
            <a:ext cx="2697480" cy="1719072"/>
          </a:xfrm>
          <a:prstGeom prst="roundRect">
            <a:avLst>
              <a:gd name="adj" fmla="val 7979"/>
            </a:avLst>
          </a:prstGeom>
          <a:solidFill>
            <a:srgbClr val="7C3AED">
              <a:alpha val="50000"/>
            </a:srgbClr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82112" y="129844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🎙️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73552" y="17373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Keyword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30752" y="2066544"/>
            <a:ext cx="16002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21031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in background for danger words like "help" or a custom secret safe-word set by the user.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08192" y="1188720"/>
            <a:ext cx="2697480" cy="1719072"/>
          </a:xfrm>
          <a:prstGeom prst="roundRect">
            <a:avLst>
              <a:gd name="adj" fmla="val 7979"/>
            </a:avLst>
          </a:prstGeom>
          <a:solidFill>
            <a:srgbClr val="7C3AED">
              <a:alpha val="50000"/>
            </a:srgbClr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08192" y="129844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🤲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99632" y="173736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Operation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56832" y="2066544"/>
            <a:ext cx="16002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210312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even when screen is locked. No physical interaction needed — voice or SOS triggers full alert pipeline.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3063240"/>
            <a:ext cx="2697480" cy="1719072"/>
          </a:xfrm>
          <a:prstGeom prst="roundRect">
            <a:avLst>
              <a:gd name="adj" fmla="val 7979"/>
            </a:avLst>
          </a:prstGeom>
          <a:solidFill>
            <a:srgbClr val="7C3AED">
              <a:alpha val="50000"/>
            </a:srgbClr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6032" y="317296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47472" y="36118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Tracking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" y="3941064"/>
            <a:ext cx="16002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9776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exact GPS on trigger. Sends Google Maps link via SMS within 2–3 seconds, 5-10m accuracy.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82112" y="3063240"/>
            <a:ext cx="2697480" cy="1719072"/>
          </a:xfrm>
          <a:prstGeom prst="roundRect">
            <a:avLst>
              <a:gd name="adj" fmla="val 7979"/>
            </a:avLst>
          </a:prstGeom>
          <a:solidFill>
            <a:srgbClr val="7C3AED">
              <a:alpha val="50000"/>
            </a:srgbClr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182112" y="317296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📞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273552" y="36118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Call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730752" y="3941064"/>
            <a:ext cx="16002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39776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2-second buffer, auto-dials primary contact. Completely hands-free — no phone interaction needed.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08192" y="3063240"/>
            <a:ext cx="2697480" cy="1719072"/>
          </a:xfrm>
          <a:prstGeom prst="roundRect">
            <a:avLst>
              <a:gd name="adj" fmla="val 7979"/>
            </a:avLst>
          </a:prstGeom>
          <a:solidFill>
            <a:srgbClr val="7C3AED">
              <a:alpha val="50000"/>
            </a:srgbClr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08192" y="317296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199632" y="36118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Storage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56832" y="3941064"/>
            <a:ext cx="16002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39776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SharedPreferences to store contacts &amp; login locally on device. No internet required for setup.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Result — App Screenshots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3291840" cy="384048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254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234440"/>
            <a:ext cx="288036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8280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703320" y="1143000"/>
            <a:ext cx="2377440" cy="841248"/>
          </a:xfrm>
          <a:prstGeom prst="roundRect">
            <a:avLst>
              <a:gd name="adj" fmla="val 10870"/>
            </a:avLst>
          </a:prstGeom>
          <a:solidFill>
            <a:srgbClr val="7C3AED">
              <a:alpha val="60000"/>
            </a:srgbClr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703320" y="1143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&lt; 3s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703320" y="1600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Response Time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703320" y="2103120"/>
            <a:ext cx="2377440" cy="841248"/>
          </a:xfrm>
          <a:prstGeom prst="roundRect">
            <a:avLst>
              <a:gd name="adj" fmla="val 10870"/>
            </a:avLst>
          </a:prstGeom>
          <a:solidFill>
            <a:srgbClr val="7C3AED">
              <a:alpha val="60000"/>
            </a:srgbClr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70332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📍 5-10m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703320" y="25603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Accuracy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703320" y="3063240"/>
            <a:ext cx="2377440" cy="841248"/>
          </a:xfrm>
          <a:prstGeom prst="roundRect">
            <a:avLst>
              <a:gd name="adj" fmla="val 10870"/>
            </a:avLst>
          </a:prstGeom>
          <a:solidFill>
            <a:srgbClr val="7C3AED">
              <a:alpha val="60000"/>
            </a:srgbClr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70332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📲 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703320" y="3520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Alerted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03320" y="4023360"/>
            <a:ext cx="2377440" cy="841248"/>
          </a:xfrm>
          <a:prstGeom prst="roundRect">
            <a:avLst>
              <a:gd name="adj" fmla="val 10870"/>
            </a:avLst>
          </a:prstGeom>
          <a:solidFill>
            <a:srgbClr val="7C3AED">
              <a:alpha val="60000"/>
            </a:srgbClr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703320" y="4023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🛡 100%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703320" y="44805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Reliability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17920" y="1097280"/>
            <a:ext cx="2743200" cy="384048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 w="25400">
            <a:solidFill>
              <a:srgbClr val="4A556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63640" y="1143000"/>
            <a:ext cx="265176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09360" y="1143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Safety Dashboard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27648" y="1627632"/>
            <a:ext cx="2523744" cy="548640"/>
          </a:xfrm>
          <a:prstGeom prst="roundRect">
            <a:avLst>
              <a:gd name="adj" fmla="val 10000"/>
            </a:avLst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82512" y="162763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INACTIVE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327648" y="2267712"/>
            <a:ext cx="2523744" cy="658368"/>
          </a:xfrm>
          <a:prstGeom prst="roundRect">
            <a:avLst>
              <a:gd name="adj" fmla="val 11111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27648" y="2267712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SOS EMERGENCY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27648" y="3017520"/>
            <a:ext cx="2523744" cy="475488"/>
          </a:xfrm>
          <a:prstGeom prst="roundRect">
            <a:avLst>
              <a:gd name="adj" fmla="val 13462"/>
            </a:avLst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27648" y="301752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ADD EMERGENCY CONTACTS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327648" y="3584448"/>
            <a:ext cx="2523744" cy="475488"/>
          </a:xfrm>
          <a:prstGeom prst="roundRect">
            <a:avLst>
              <a:gd name="adj" fmla="val 13462"/>
            </a:avLst>
          </a:prstGeom>
          <a:solidFill>
            <a:srgbClr val="1B2838"/>
          </a:solidFill>
          <a:ln w="12700">
            <a:solidFill>
              <a:srgbClr val="1B283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27648" y="3584448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SET VOICE KEYWORD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327648" y="4151376"/>
            <a:ext cx="2523744" cy="475488"/>
          </a:xfrm>
          <a:prstGeom prst="roundRect">
            <a:avLst>
              <a:gd name="adj" fmla="val 13462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27648" y="4151376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217920" y="50109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Dashboard</a:t>
            </a:r>
            <a:endParaRPr lang="en-US" sz="1200" dirty="0"/>
          </a:p>
        </p:txBody>
      </p:sp>
      <p:pic>
        <p:nvPicPr>
          <p:cNvPr id="100" name="AppImg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000" y="1097280"/>
            <a:ext cx="1500000" cy="1900000"/>
          </a:xfrm>
          <a:prstGeom prst="rect">
            <a:avLst/>
          </a:prstGeom>
        </p:spPr>
      </p:pic>
      <p:pic>
        <p:nvPicPr>
          <p:cNvPr id="101" name="AppImg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000" y="1097280"/>
            <a:ext cx="1500000" cy="1900000"/>
          </a:xfrm>
          <a:prstGeom prst="rect">
            <a:avLst/>
          </a:prstGeom>
        </p:spPr>
      </p:pic>
      <p:pic>
        <p:nvPicPr>
          <p:cNvPr id="102" name="AppImg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0000" y="3097280"/>
            <a:ext cx="1500000" cy="1900000"/>
          </a:xfrm>
          <a:prstGeom prst="rect">
            <a:avLst/>
          </a:prstGeom>
        </p:spPr>
      </p:pic>
      <p:pic>
        <p:nvPicPr>
          <p:cNvPr id="103" name="AppImg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000" y="3097280"/>
            <a:ext cx="1500000" cy="19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43584"/>
            <a:ext cx="347472" cy="347472"/>
          </a:xfrm>
          <a:prstGeom prst="ellipse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17043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Women Safety Android App that provides immediate, hands-free emergency assistance.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645920"/>
            <a:ext cx="8503920" cy="1828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64792"/>
            <a:ext cx="347472" cy="347472"/>
          </a:xfrm>
          <a:prstGeom prst="ellipse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Two-trigger system: a manual SOS Button and an AI-powered background Voice Detector.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167128"/>
            <a:ext cx="8503920" cy="1828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86000"/>
            <a:ext cx="347472" cy="347472"/>
          </a:xfrm>
          <a:prstGeom prst="ellipse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21284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hands-free — voice keyword or SOS button triggers the full emergency pipeline without phone interaction.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688336"/>
            <a:ext cx="8503920" cy="1828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807208"/>
            <a:ext cx="347472" cy="347472"/>
          </a:xfrm>
          <a:prstGeom prst="ellipse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2734056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tracks live GPS and sends a Google Maps link to 3 saved emergency contacts via SMS.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209544"/>
            <a:ext cx="8503920" cy="1828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328416"/>
            <a:ext cx="347472" cy="347472"/>
          </a:xfrm>
          <a:prstGeom prst="ellipse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300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📞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25526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Auto-calls the primary contact 2 seconds after the SOS trigger — completely hands-free.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730752"/>
            <a:ext cx="8503920" cy="1828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849624"/>
            <a:ext cx="347472" cy="347472"/>
          </a:xfrm>
          <a:prstGeom prst="ellipse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377647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SharedPreferences for local, offline storage of contacts — no server or internet needed for setup.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4251960"/>
            <a:ext cx="8503920" cy="1828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370832"/>
            <a:ext cx="347472" cy="347472"/>
          </a:xfrm>
          <a:prstGeom prst="ellipse">
            <a:avLst/>
          </a:prstGeom>
          <a:solidFill>
            <a:srgbClr val="4A1D96"/>
          </a:solidFill>
          <a:ln w="12700">
            <a:solidFill>
              <a:srgbClr val="4A1D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343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429768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emergency alerts within 2–3 seconds with 5–10 metre GPS accuracy.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2743200"/>
            <a:ext cx="4114800" cy="4114800"/>
          </a:xfrm>
          <a:prstGeom prst="ellipse">
            <a:avLst/>
          </a:prstGeom>
          <a:solidFill>
            <a:srgbClr val="4A1D96">
              <a:alpha val="45000"/>
            </a:srgbClr>
          </a:solidFill>
          <a:ln w="12700">
            <a:solidFill>
              <a:srgbClr val="4A1D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0" y="2743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🛡️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8046720" cy="1783080"/>
          </a:xfrm>
          <a:prstGeom prst="roundRect">
            <a:avLst>
              <a:gd name="adj" fmla="val 7692"/>
            </a:avLst>
          </a:prstGeom>
          <a:solidFill>
            <a:srgbClr val="7C3AED">
              <a:alpha val="4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75895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Women Safety App is a practical, lightweight, and life-saving mobile solution. By combining a fail-safe SOS Button and AI-powered Voice Keyword detection, the app ensures that no victim needs to waste precious seconds unlocking their phone. The automatic GPS tracking, instant SMS alert to 3 contacts, and auto-call pipeline — all completing within 2–3 seconds — make it one of the most comprehensive and reliable personal safety tools built on Android.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3931920"/>
            <a:ext cx="365760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5902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Dr. M Archana  |  Group G-4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p Screenshots 1">
    <p:bg>
      <p:bgPr>
        <a:solidFill>
          <a:srgbClr val="1A0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1D96"/>
          </a:solidFill>
        </p:spPr>
      </p:sp>
      <p:sp>
        <p:nvSpPr>
          <p:cNvPr id="3" name="Title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</a:rPr>
              <a:t>App Screenshots — Dashboard Views</a:t>
            </a:r>
          </a:p>
        </p:txBody>
      </p:sp>
      <p:pic>
        <p:nvPicPr>
          <p:cNvPr id="10" name="Screen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60120"/>
            <a:ext cx="3200400" cy="4000000"/>
          </a:xfrm>
          <a:prstGeom prst="rect">
            <a:avLst/>
          </a:prstGeom>
        </p:spPr>
      </p:pic>
      <p:sp>
        <p:nvSpPr>
          <p:cNvPr id="11" name="Cap1"/>
          <p:cNvSpPr/>
          <p:nvPr/>
        </p:nvSpPr>
        <p:spPr>
          <a:xfrm>
            <a:off x="822960" y="4960120"/>
            <a:ext cx="3200400" cy="183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</a:rPr>
              <a:t>Dashboard — Status: INACTIVE</a:t>
            </a:r>
          </a:p>
        </p:txBody>
      </p:sp>
      <p:pic>
        <p:nvPicPr>
          <p:cNvPr id="12" name="Screen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960120"/>
            <a:ext cx="3200400" cy="4000000"/>
          </a:xfrm>
          <a:prstGeom prst="rect">
            <a:avLst/>
          </a:prstGeom>
        </p:spPr>
      </p:pic>
      <p:sp>
        <p:nvSpPr>
          <p:cNvPr id="13" name="Cap2"/>
          <p:cNvSpPr/>
          <p:nvPr/>
        </p:nvSpPr>
        <p:spPr>
          <a:xfrm>
            <a:off x="5120640" y="4960120"/>
            <a:ext cx="3200400" cy="183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</a:rPr>
              <a:t>Dashboard — Status: ACTIVE (Voice 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p Screenshots 2">
    <p:bg>
      <p:bgPr>
        <a:solidFill>
          <a:srgbClr val="1A0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A1D96"/>
          </a:solidFill>
        </p:spPr>
      </p:sp>
      <p:sp>
        <p:nvSpPr>
          <p:cNvPr id="3" name="Title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</a:rPr>
              <a:t>App Screenshots — Voice Detection Active</a:t>
            </a:r>
          </a:p>
        </p:txBody>
      </p:sp>
      <p:pic>
        <p:nvPicPr>
          <p:cNvPr id="10" name="Screen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60120"/>
            <a:ext cx="3200400" cy="4000000"/>
          </a:xfrm>
          <a:prstGeom prst="rect">
            <a:avLst/>
          </a:prstGeom>
        </p:spPr>
      </p:pic>
      <p:sp>
        <p:nvSpPr>
          <p:cNvPr id="11" name="Cap3"/>
          <p:cNvSpPr/>
          <p:nvPr/>
        </p:nvSpPr>
        <p:spPr>
          <a:xfrm>
            <a:off x="822960" y="4960120"/>
            <a:ext cx="3200400" cy="183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</a:rPr>
              <a:t>Voice Status: ACTIVE — Green mic indicator</a:t>
            </a:r>
          </a:p>
        </p:txBody>
      </p:sp>
      <p:pic>
        <p:nvPicPr>
          <p:cNvPr id="12" name="Screen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960120"/>
            <a:ext cx="3200400" cy="4000000"/>
          </a:xfrm>
          <a:prstGeom prst="rect">
            <a:avLst/>
          </a:prstGeom>
        </p:spPr>
      </p:pic>
      <p:sp>
        <p:nvSpPr>
          <p:cNvPr id="13" name="Cap4"/>
          <p:cNvSpPr/>
          <p:nvPr/>
        </p:nvSpPr>
        <p:spPr>
          <a:xfrm>
            <a:off x="5120640" y="4960120"/>
            <a:ext cx="3200400" cy="183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</a:rPr>
              <a:t>Safety Dashboard — Default State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Women Safety App</dc:title>
  <dc:subject>PptxGenJS Presentation</dc:subject>
  <dc:creator>PptxGenJS</dc:creator>
  <cp:lastModifiedBy>PptxGenJS</cp:lastModifiedBy>
  <cp:revision>1</cp:revision>
  <dcterms:created xsi:type="dcterms:W3CDTF">2026-06-14T17:14:55Z</dcterms:created>
  <dcterms:modified xsi:type="dcterms:W3CDTF">2026-06-14T17:14:55Z</dcterms:modified>
</cp:coreProperties>
</file>